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City Health Clinic – IT Infrastructure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Complete Coursework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A – Benchmarking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Your laptop CPU score: 1317</a:t>
            </a:r>
          </a:p>
          <a:p>
            <a:r>
              <a:t>• Modern devices outperform older ones</a:t>
            </a:r>
          </a:p>
          <a:p>
            <a:r>
              <a:t>• Slow devices recommended for replacement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CPU Performance Comparison Chart</a:t>
            </a:r>
          </a:p>
        </p:txBody>
      </p:sp>
      <p:pic>
        <p:nvPicPr>
          <p:cNvPr id="3" name="Picture 2" descr="cpu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B – Parallel Computing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Radiology needs parallel image processing</a:t>
            </a:r>
          </a:p>
          <a:p>
            <a:r>
              <a:t>• Emergency requires fast access</a:t>
            </a:r>
          </a:p>
          <a:p>
            <a:r>
              <a:t>• CUDA, OpenMP, MPI recommended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C – Network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VLAN segmentation</a:t>
            </a:r>
          </a:p>
          <a:p>
            <a:r>
              <a:t>• Secure Wi-Fi + Firewalls</a:t>
            </a:r>
          </a:p>
          <a:p>
            <a:r>
              <a:t>• Department‑based IP ranges</a:t>
            </a:r>
          </a:p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D – Budget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estimated: £15,500</a:t>
            </a:r>
          </a:p>
          <a:p>
            <a:r>
              <a:t>• Cost reduction using cloud + selective replacement</a:t>
            </a:r>
          </a:p>
          <a:p>
            <a:r>
              <a:t>• Contingency budget: £9,000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