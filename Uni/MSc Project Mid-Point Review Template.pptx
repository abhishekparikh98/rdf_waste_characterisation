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95" r:id="rId3"/>
    <p:sldId id="300" r:id="rId4"/>
    <p:sldId id="294" r:id="rId5"/>
    <p:sldId id="302" r:id="rId6"/>
    <p:sldId id="311" r:id="rId7"/>
    <p:sldId id="303" r:id="rId8"/>
    <p:sldId id="304" r:id="rId9"/>
    <p:sldId id="305" r:id="rId10"/>
    <p:sldId id="306" r:id="rId11"/>
  </p:sldIdLst>
  <p:sldSz cx="12192000" cy="6858000"/>
  <p:notesSz cx="6858000" cy="9144000"/>
  <p:defaultTextStyle>
    <a:defPPr>
      <a:defRPr lang="en-M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76EE0D-5186-EDB9-EEC0-E27C9BAE375E}" v="103" dt="2024-07-10T12:00:52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im Bouzoubaa" userId="S::karim.bouzoubaa@roehampton.ac.uk::a3a9a514-8abd-438f-9afe-5c96854afaee" providerId="AD" clId="Web-{6776EE0D-5186-EDB9-EEC0-E27C9BAE375E}"/>
    <pc:docChg chg="addSld modSld">
      <pc:chgData name="Karim Bouzoubaa" userId="S::karim.bouzoubaa@roehampton.ac.uk::a3a9a514-8abd-438f-9afe-5c96854afaee" providerId="AD" clId="Web-{6776EE0D-5186-EDB9-EEC0-E27C9BAE375E}" dt="2024-07-10T12:00:47.658" v="94" actId="20577"/>
      <pc:docMkLst>
        <pc:docMk/>
      </pc:docMkLst>
      <pc:sldChg chg="modSp">
        <pc:chgData name="Karim Bouzoubaa" userId="S::karim.bouzoubaa@roehampton.ac.uk::a3a9a514-8abd-438f-9afe-5c96854afaee" providerId="AD" clId="Web-{6776EE0D-5186-EDB9-EEC0-E27C9BAE375E}" dt="2024-07-10T12:00:39.032" v="91" actId="20577"/>
        <pc:sldMkLst>
          <pc:docMk/>
          <pc:sldMk cId="1817344442" sldId="302"/>
        </pc:sldMkLst>
        <pc:spChg chg="mod">
          <ac:chgData name="Karim Bouzoubaa" userId="S::karim.bouzoubaa@roehampton.ac.uk::a3a9a514-8abd-438f-9afe-5c96854afaee" providerId="AD" clId="Web-{6776EE0D-5186-EDB9-EEC0-E27C9BAE375E}" dt="2024-07-10T12:00:39.032" v="91" actId="20577"/>
          <ac:spMkLst>
            <pc:docMk/>
            <pc:sldMk cId="1817344442" sldId="302"/>
            <ac:spMk id="2" creationId="{72A96E8E-A0A7-36BB-F744-A2727B317ECB}"/>
          </ac:spMkLst>
        </pc:spChg>
      </pc:sldChg>
      <pc:sldChg chg="delSp modSp add">
        <pc:chgData name="Karim Bouzoubaa" userId="S::karim.bouzoubaa@roehampton.ac.uk::a3a9a514-8abd-438f-9afe-5c96854afaee" providerId="AD" clId="Web-{6776EE0D-5186-EDB9-EEC0-E27C9BAE375E}" dt="2024-07-10T12:00:47.658" v="94" actId="20577"/>
        <pc:sldMkLst>
          <pc:docMk/>
          <pc:sldMk cId="2292530509" sldId="311"/>
        </pc:sldMkLst>
        <pc:spChg chg="mod">
          <ac:chgData name="Karim Bouzoubaa" userId="S::karim.bouzoubaa@roehampton.ac.uk::a3a9a514-8abd-438f-9afe-5c96854afaee" providerId="AD" clId="Web-{6776EE0D-5186-EDB9-EEC0-E27C9BAE375E}" dt="2024-07-10T12:00:47.658" v="94" actId="20577"/>
          <ac:spMkLst>
            <pc:docMk/>
            <pc:sldMk cId="2292530509" sldId="311"/>
            <ac:spMk id="2" creationId="{10D3022A-DE3A-DDB6-DA5E-1C431E0059D9}"/>
          </ac:spMkLst>
        </pc:spChg>
        <pc:spChg chg="mod">
          <ac:chgData name="Karim Bouzoubaa" userId="S::karim.bouzoubaa@roehampton.ac.uk::a3a9a514-8abd-438f-9afe-5c96854afaee" providerId="AD" clId="Web-{6776EE0D-5186-EDB9-EEC0-E27C9BAE375E}" dt="2024-07-10T11:59:17.921" v="84" actId="20577"/>
          <ac:spMkLst>
            <pc:docMk/>
            <pc:sldMk cId="2292530509" sldId="311"/>
            <ac:spMk id="3" creationId="{0BC9A7BC-4FAF-68F0-47CA-4CAD17B43F3C}"/>
          </ac:spMkLst>
        </pc:spChg>
        <pc:spChg chg="del">
          <ac:chgData name="Karim Bouzoubaa" userId="S::karim.bouzoubaa@roehampton.ac.uk::a3a9a514-8abd-438f-9afe-5c96854afaee" providerId="AD" clId="Web-{6776EE0D-5186-EDB9-EEC0-E27C9BAE375E}" dt="2024-07-10T11:54:41.553" v="1"/>
          <ac:spMkLst>
            <pc:docMk/>
            <pc:sldMk cId="2292530509" sldId="311"/>
            <ac:spMk id="4" creationId="{FA41932C-AA8B-7E2C-D4CD-BCC30186CA11}"/>
          </ac:spMkLst>
        </pc:spChg>
      </pc:sldChg>
    </pc:docChg>
  </pc:docChgLst>
  <pc:docChgLst>
    <pc:chgData name="Karim Bouzoubaa" userId="S::karim.bouzoubaa@roehampton.ac.uk::a3a9a514-8abd-438f-9afe-5c96854afaee" providerId="AD" clId="Web-{1E49F942-C3E8-1326-13CD-7DE983A2EFE2}"/>
    <pc:docChg chg="delSld modSld">
      <pc:chgData name="Karim Bouzoubaa" userId="S::karim.bouzoubaa@roehampton.ac.uk::a3a9a514-8abd-438f-9afe-5c96854afaee" providerId="AD" clId="Web-{1E49F942-C3E8-1326-13CD-7DE983A2EFE2}" dt="2024-07-04T12:42:26.202" v="169"/>
      <pc:docMkLst>
        <pc:docMk/>
      </pc:docMkLst>
      <pc:sldChg chg="del">
        <pc:chgData name="Karim Bouzoubaa" userId="S::karim.bouzoubaa@roehampton.ac.uk::a3a9a514-8abd-438f-9afe-5c96854afaee" providerId="AD" clId="Web-{1E49F942-C3E8-1326-13CD-7DE983A2EFE2}" dt="2024-07-04T12:40:18.870" v="115"/>
        <pc:sldMkLst>
          <pc:docMk/>
          <pc:sldMk cId="1937034263" sldId="256"/>
        </pc:sldMkLst>
      </pc:sldChg>
      <pc:sldChg chg="del">
        <pc:chgData name="Karim Bouzoubaa" userId="S::karim.bouzoubaa@roehampton.ac.uk::a3a9a514-8abd-438f-9afe-5c96854afaee" providerId="AD" clId="Web-{1E49F942-C3E8-1326-13CD-7DE983A2EFE2}" dt="2024-07-04T12:40:18.870" v="114"/>
        <pc:sldMkLst>
          <pc:docMk/>
          <pc:sldMk cId="3910292946" sldId="257"/>
        </pc:sldMkLst>
      </pc:sldChg>
      <pc:sldChg chg="del">
        <pc:chgData name="Karim Bouzoubaa" userId="S::karim.bouzoubaa@roehampton.ac.uk::a3a9a514-8abd-438f-9afe-5c96854afaee" providerId="AD" clId="Web-{1E49F942-C3E8-1326-13CD-7DE983A2EFE2}" dt="2024-07-04T12:40:18.870" v="112"/>
        <pc:sldMkLst>
          <pc:docMk/>
          <pc:sldMk cId="2719735654" sldId="258"/>
        </pc:sldMkLst>
      </pc:sldChg>
      <pc:sldChg chg="del">
        <pc:chgData name="Karim Bouzoubaa" userId="S::karim.bouzoubaa@roehampton.ac.uk::a3a9a514-8abd-438f-9afe-5c96854afaee" providerId="AD" clId="Web-{1E49F942-C3E8-1326-13CD-7DE983A2EFE2}" dt="2024-07-04T12:40:18.870" v="111"/>
        <pc:sldMkLst>
          <pc:docMk/>
          <pc:sldMk cId="452399947" sldId="259"/>
        </pc:sldMkLst>
      </pc:sldChg>
      <pc:sldChg chg="del">
        <pc:chgData name="Karim Bouzoubaa" userId="S::karim.bouzoubaa@roehampton.ac.uk::a3a9a514-8abd-438f-9afe-5c96854afaee" providerId="AD" clId="Web-{1E49F942-C3E8-1326-13CD-7DE983A2EFE2}" dt="2024-07-04T12:40:18.870" v="113"/>
        <pc:sldMkLst>
          <pc:docMk/>
          <pc:sldMk cId="234048916" sldId="260"/>
        </pc:sldMkLst>
      </pc:sldChg>
      <pc:sldChg chg="del">
        <pc:chgData name="Karim Bouzoubaa" userId="S::karim.bouzoubaa@roehampton.ac.uk::a3a9a514-8abd-438f-9afe-5c96854afaee" providerId="AD" clId="Web-{1E49F942-C3E8-1326-13CD-7DE983A2EFE2}" dt="2024-07-04T12:40:18.870" v="110"/>
        <pc:sldMkLst>
          <pc:docMk/>
          <pc:sldMk cId="240533195" sldId="261"/>
        </pc:sldMkLst>
      </pc:sldChg>
      <pc:sldChg chg="del">
        <pc:chgData name="Karim Bouzoubaa" userId="S::karim.bouzoubaa@roehampton.ac.uk::a3a9a514-8abd-438f-9afe-5c96854afaee" providerId="AD" clId="Web-{1E49F942-C3E8-1326-13CD-7DE983A2EFE2}" dt="2024-07-04T12:40:18.870" v="109"/>
        <pc:sldMkLst>
          <pc:docMk/>
          <pc:sldMk cId="2138800616" sldId="262"/>
        </pc:sldMkLst>
      </pc:sldChg>
      <pc:sldChg chg="del">
        <pc:chgData name="Karim Bouzoubaa" userId="S::karim.bouzoubaa@roehampton.ac.uk::a3a9a514-8abd-438f-9afe-5c96854afaee" providerId="AD" clId="Web-{1E49F942-C3E8-1326-13CD-7DE983A2EFE2}" dt="2024-07-04T12:40:18.870" v="108"/>
        <pc:sldMkLst>
          <pc:docMk/>
          <pc:sldMk cId="2992278026" sldId="263"/>
        </pc:sldMkLst>
      </pc:sldChg>
      <pc:sldChg chg="del">
        <pc:chgData name="Karim Bouzoubaa" userId="S::karim.bouzoubaa@roehampton.ac.uk::a3a9a514-8abd-438f-9afe-5c96854afaee" providerId="AD" clId="Web-{1E49F942-C3E8-1326-13CD-7DE983A2EFE2}" dt="2024-07-04T12:40:18.870" v="107"/>
        <pc:sldMkLst>
          <pc:docMk/>
          <pc:sldMk cId="2544504913" sldId="264"/>
        </pc:sldMkLst>
      </pc:sldChg>
      <pc:sldChg chg="modSp">
        <pc:chgData name="Karim Bouzoubaa" userId="S::karim.bouzoubaa@roehampton.ac.uk::a3a9a514-8abd-438f-9afe-5c96854afaee" providerId="AD" clId="Web-{1E49F942-C3E8-1326-13CD-7DE983A2EFE2}" dt="2024-07-04T12:42:18.123" v="168" actId="1076"/>
        <pc:sldMkLst>
          <pc:docMk/>
          <pc:sldMk cId="3119384779" sldId="295"/>
        </pc:sldMkLst>
        <pc:spChg chg="mod">
          <ac:chgData name="Karim Bouzoubaa" userId="S::karim.bouzoubaa@roehampton.ac.uk::a3a9a514-8abd-438f-9afe-5c96854afaee" providerId="AD" clId="Web-{1E49F942-C3E8-1326-13CD-7DE983A2EFE2}" dt="2024-07-04T12:42:13.498" v="167" actId="14100"/>
          <ac:spMkLst>
            <pc:docMk/>
            <pc:sldMk cId="3119384779" sldId="295"/>
            <ac:spMk id="2" creationId="{4CB0D0A2-FA1E-9275-40BD-1A574184F247}"/>
          </ac:spMkLst>
        </pc:spChg>
        <pc:spChg chg="mod">
          <ac:chgData name="Karim Bouzoubaa" userId="S::karim.bouzoubaa@roehampton.ac.uk::a3a9a514-8abd-438f-9afe-5c96854afaee" providerId="AD" clId="Web-{1E49F942-C3E8-1326-13CD-7DE983A2EFE2}" dt="2024-07-04T12:42:18.123" v="168" actId="1076"/>
          <ac:spMkLst>
            <pc:docMk/>
            <pc:sldMk cId="3119384779" sldId="295"/>
            <ac:spMk id="3" creationId="{B3D8BE41-72B7-2052-9EB9-9C51602780DC}"/>
          </ac:spMkLst>
        </pc:spChg>
      </pc:sldChg>
      <pc:sldChg chg="del">
        <pc:chgData name="Karim Bouzoubaa" userId="S::karim.bouzoubaa@roehampton.ac.uk::a3a9a514-8abd-438f-9afe-5c96854afaee" providerId="AD" clId="Web-{1E49F942-C3E8-1326-13CD-7DE983A2EFE2}" dt="2024-07-04T12:42:26.202" v="169"/>
        <pc:sldMkLst>
          <pc:docMk/>
          <pc:sldMk cId="1289168055" sldId="301"/>
        </pc:sldMkLst>
      </pc:sldChg>
      <pc:sldChg chg="modSp">
        <pc:chgData name="Karim Bouzoubaa" userId="S::karim.bouzoubaa@roehampton.ac.uk::a3a9a514-8abd-438f-9afe-5c96854afaee" providerId="AD" clId="Web-{1E49F942-C3E8-1326-13CD-7DE983A2EFE2}" dt="2024-07-04T12:37:56.069" v="93" actId="20577"/>
        <pc:sldMkLst>
          <pc:docMk/>
          <pc:sldMk cId="1817344442" sldId="302"/>
        </pc:sldMkLst>
        <pc:spChg chg="mod">
          <ac:chgData name="Karim Bouzoubaa" userId="S::karim.bouzoubaa@roehampton.ac.uk::a3a9a514-8abd-438f-9afe-5c96854afaee" providerId="AD" clId="Web-{1E49F942-C3E8-1326-13CD-7DE983A2EFE2}" dt="2024-07-04T12:37:56.069" v="93" actId="20577"/>
          <ac:spMkLst>
            <pc:docMk/>
            <pc:sldMk cId="1817344442" sldId="302"/>
            <ac:spMk id="3" creationId="{9C671AC4-D5A7-520C-D43D-40151EE7E5A5}"/>
          </ac:spMkLst>
        </pc:spChg>
      </pc:sldChg>
      <pc:sldChg chg="modSp">
        <pc:chgData name="Karim Bouzoubaa" userId="S::karim.bouzoubaa@roehampton.ac.uk::a3a9a514-8abd-438f-9afe-5c96854afaee" providerId="AD" clId="Web-{1E49F942-C3E8-1326-13CD-7DE983A2EFE2}" dt="2024-07-04T12:38:59.961" v="96" actId="20577"/>
        <pc:sldMkLst>
          <pc:docMk/>
          <pc:sldMk cId="3219584906" sldId="306"/>
        </pc:sldMkLst>
        <pc:spChg chg="mod">
          <ac:chgData name="Karim Bouzoubaa" userId="S::karim.bouzoubaa@roehampton.ac.uk::a3a9a514-8abd-438f-9afe-5c96854afaee" providerId="AD" clId="Web-{1E49F942-C3E8-1326-13CD-7DE983A2EFE2}" dt="2024-07-04T12:38:59.961" v="96" actId="20577"/>
          <ac:spMkLst>
            <pc:docMk/>
            <pc:sldMk cId="3219584906" sldId="306"/>
            <ac:spMk id="3" creationId="{486602FF-00EB-DC2D-26EC-24DDBEAD09AA}"/>
          </ac:spMkLst>
        </pc:spChg>
      </pc:sldChg>
    </pc:docChg>
  </pc:docChgLst>
  <pc:docChgLst>
    <pc:chgData name="Mohammad Javaheri" userId="S::mohammad.javaheri@roehampton.ac.uk::72c5dde4-b71e-4bed-a6d4-7809695308b0" providerId="AD" clId="Web-{BB3567F1-54C9-48EF-F025-50DC8A13A8E4}"/>
    <pc:docChg chg="addSld delSld modSld sldOrd">
      <pc:chgData name="Mohammad Javaheri" userId="S::mohammad.javaheri@roehampton.ac.uk::72c5dde4-b71e-4bed-a6d4-7809695308b0" providerId="AD" clId="Web-{BB3567F1-54C9-48EF-F025-50DC8A13A8E4}" dt="2024-07-04T12:14:37.414" v="47" actId="20577"/>
      <pc:docMkLst>
        <pc:docMk/>
      </pc:docMkLst>
      <pc:sldChg chg="ord">
        <pc:chgData name="Mohammad Javaheri" userId="S::mohammad.javaheri@roehampton.ac.uk::72c5dde4-b71e-4bed-a6d4-7809695308b0" providerId="AD" clId="Web-{BB3567F1-54C9-48EF-F025-50DC8A13A8E4}" dt="2024-07-04T12:13:13.299" v="37"/>
        <pc:sldMkLst>
          <pc:docMk/>
          <pc:sldMk cId="1937034263" sldId="256"/>
        </pc:sldMkLst>
      </pc:sldChg>
      <pc:sldChg chg="add del">
        <pc:chgData name="Mohammad Javaheri" userId="S::mohammad.javaheri@roehampton.ac.uk::72c5dde4-b71e-4bed-a6d4-7809695308b0" providerId="AD" clId="Web-{BB3567F1-54C9-48EF-F025-50DC8A13A8E4}" dt="2024-07-04T12:12:43.282" v="22"/>
        <pc:sldMkLst>
          <pc:docMk/>
          <pc:sldMk cId="3999230286" sldId="265"/>
        </pc:sldMkLst>
      </pc:sldChg>
      <pc:sldChg chg="add del">
        <pc:chgData name="Mohammad Javaheri" userId="S::mohammad.javaheri@roehampton.ac.uk::72c5dde4-b71e-4bed-a6d4-7809695308b0" providerId="AD" clId="Web-{BB3567F1-54C9-48EF-F025-50DC8A13A8E4}" dt="2024-07-04T12:12:43.313" v="25"/>
        <pc:sldMkLst>
          <pc:docMk/>
          <pc:sldMk cId="376204826" sldId="294"/>
        </pc:sldMkLst>
      </pc:sldChg>
      <pc:sldChg chg="modSp add del">
        <pc:chgData name="Mohammad Javaheri" userId="S::mohammad.javaheri@roehampton.ac.uk::72c5dde4-b71e-4bed-a6d4-7809695308b0" providerId="AD" clId="Web-{BB3567F1-54C9-48EF-F025-50DC8A13A8E4}" dt="2024-07-04T12:13:52.755" v="39" actId="20577"/>
        <pc:sldMkLst>
          <pc:docMk/>
          <pc:sldMk cId="3119384779" sldId="295"/>
        </pc:sldMkLst>
        <pc:spChg chg="mod">
          <ac:chgData name="Mohammad Javaheri" userId="S::mohammad.javaheri@roehampton.ac.uk::72c5dde4-b71e-4bed-a6d4-7809695308b0" providerId="AD" clId="Web-{BB3567F1-54C9-48EF-F025-50DC8A13A8E4}" dt="2024-07-04T12:13:52.755" v="39" actId="20577"/>
          <ac:spMkLst>
            <pc:docMk/>
            <pc:sldMk cId="3119384779" sldId="295"/>
            <ac:spMk id="3" creationId="{B3D8BE41-72B7-2052-9EB9-9C51602780DC}"/>
          </ac:spMkLst>
        </pc:spChg>
      </pc:sldChg>
      <pc:sldChg chg="add del">
        <pc:chgData name="Mohammad Javaheri" userId="S::mohammad.javaheri@roehampton.ac.uk::72c5dde4-b71e-4bed-a6d4-7809695308b0" providerId="AD" clId="Web-{BB3567F1-54C9-48EF-F025-50DC8A13A8E4}" dt="2024-07-04T12:12:43.298" v="24"/>
        <pc:sldMkLst>
          <pc:docMk/>
          <pc:sldMk cId="3266900040" sldId="300"/>
        </pc:sldMkLst>
      </pc:sldChg>
      <pc:sldChg chg="add del">
        <pc:chgData name="Mohammad Javaheri" userId="S::mohammad.javaheri@roehampton.ac.uk::72c5dde4-b71e-4bed-a6d4-7809695308b0" providerId="AD" clId="Web-{BB3567F1-54C9-48EF-F025-50DC8A13A8E4}" dt="2024-07-04T12:12:43.329" v="31"/>
        <pc:sldMkLst>
          <pc:docMk/>
          <pc:sldMk cId="1289168055" sldId="301"/>
        </pc:sldMkLst>
      </pc:sldChg>
      <pc:sldChg chg="add del">
        <pc:chgData name="Mohammad Javaheri" userId="S::mohammad.javaheri@roehampton.ac.uk::72c5dde4-b71e-4bed-a6d4-7809695308b0" providerId="AD" clId="Web-{BB3567F1-54C9-48EF-F025-50DC8A13A8E4}" dt="2024-07-04T12:12:43.313" v="26"/>
        <pc:sldMkLst>
          <pc:docMk/>
          <pc:sldMk cId="1817344442" sldId="302"/>
        </pc:sldMkLst>
      </pc:sldChg>
      <pc:sldChg chg="add">
        <pc:chgData name="Mohammad Javaheri" userId="S::mohammad.javaheri@roehampton.ac.uk::72c5dde4-b71e-4bed-a6d4-7809695308b0" providerId="AD" clId="Web-{BB3567F1-54C9-48EF-F025-50DC8A13A8E4}" dt="2024-07-04T12:12:43.313" v="27"/>
        <pc:sldMkLst>
          <pc:docMk/>
          <pc:sldMk cId="311493149" sldId="303"/>
        </pc:sldMkLst>
      </pc:sldChg>
      <pc:sldChg chg="add del">
        <pc:chgData name="Mohammad Javaheri" userId="S::mohammad.javaheri@roehampton.ac.uk::72c5dde4-b71e-4bed-a6d4-7809695308b0" providerId="AD" clId="Web-{BB3567F1-54C9-48EF-F025-50DC8A13A8E4}" dt="2024-07-04T12:12:39.891" v="16"/>
        <pc:sldMkLst>
          <pc:docMk/>
          <pc:sldMk cId="2599555092" sldId="303"/>
        </pc:sldMkLst>
      </pc:sldChg>
      <pc:sldChg chg="add del">
        <pc:chgData name="Mohammad Javaheri" userId="S::mohammad.javaheri@roehampton.ac.uk::72c5dde4-b71e-4bed-a6d4-7809695308b0" providerId="AD" clId="Web-{BB3567F1-54C9-48EF-F025-50DC8A13A8E4}" dt="2024-07-04T12:12:39.891" v="15"/>
        <pc:sldMkLst>
          <pc:docMk/>
          <pc:sldMk cId="1377303070" sldId="304"/>
        </pc:sldMkLst>
      </pc:sldChg>
      <pc:sldChg chg="modSp add">
        <pc:chgData name="Mohammad Javaheri" userId="S::mohammad.javaheri@roehampton.ac.uk::72c5dde4-b71e-4bed-a6d4-7809695308b0" providerId="AD" clId="Web-{BB3567F1-54C9-48EF-F025-50DC8A13A8E4}" dt="2024-07-04T12:14:20.069" v="42" actId="20577"/>
        <pc:sldMkLst>
          <pc:docMk/>
          <pc:sldMk cId="1942258377" sldId="304"/>
        </pc:sldMkLst>
        <pc:spChg chg="mod">
          <ac:chgData name="Mohammad Javaheri" userId="S::mohammad.javaheri@roehampton.ac.uk::72c5dde4-b71e-4bed-a6d4-7809695308b0" providerId="AD" clId="Web-{BB3567F1-54C9-48EF-F025-50DC8A13A8E4}" dt="2024-07-04T12:14:20.069" v="42" actId="20577"/>
          <ac:spMkLst>
            <pc:docMk/>
            <pc:sldMk cId="1942258377" sldId="304"/>
            <ac:spMk id="3" creationId="{486602FF-00EB-DC2D-26EC-24DDBEAD09AA}"/>
          </ac:spMkLst>
        </pc:spChg>
      </pc:sldChg>
      <pc:sldChg chg="add del">
        <pc:chgData name="Mohammad Javaheri" userId="S::mohammad.javaheri@roehampton.ac.uk::72c5dde4-b71e-4bed-a6d4-7809695308b0" providerId="AD" clId="Web-{BB3567F1-54C9-48EF-F025-50DC8A13A8E4}" dt="2024-07-04T12:12:39.875" v="14"/>
        <pc:sldMkLst>
          <pc:docMk/>
          <pc:sldMk cId="2835355821" sldId="305"/>
        </pc:sldMkLst>
      </pc:sldChg>
      <pc:sldChg chg="add">
        <pc:chgData name="Mohammad Javaheri" userId="S::mohammad.javaheri@roehampton.ac.uk::72c5dde4-b71e-4bed-a6d4-7809695308b0" providerId="AD" clId="Web-{BB3567F1-54C9-48EF-F025-50DC8A13A8E4}" dt="2024-07-04T12:12:43.329" v="29"/>
        <pc:sldMkLst>
          <pc:docMk/>
          <pc:sldMk cId="3944228163" sldId="305"/>
        </pc:sldMkLst>
      </pc:sldChg>
      <pc:sldChg chg="add del">
        <pc:chgData name="Mohammad Javaheri" userId="S::mohammad.javaheri@roehampton.ac.uk::72c5dde4-b71e-4bed-a6d4-7809695308b0" providerId="AD" clId="Web-{BB3567F1-54C9-48EF-F025-50DC8A13A8E4}" dt="2024-07-04T12:12:39.875" v="13"/>
        <pc:sldMkLst>
          <pc:docMk/>
          <pc:sldMk cId="1942387933" sldId="306"/>
        </pc:sldMkLst>
      </pc:sldChg>
      <pc:sldChg chg="modSp add">
        <pc:chgData name="Mohammad Javaheri" userId="S::mohammad.javaheri@roehampton.ac.uk::72c5dde4-b71e-4bed-a6d4-7809695308b0" providerId="AD" clId="Web-{BB3567F1-54C9-48EF-F025-50DC8A13A8E4}" dt="2024-07-04T12:14:37.414" v="47" actId="20577"/>
        <pc:sldMkLst>
          <pc:docMk/>
          <pc:sldMk cId="3219584906" sldId="306"/>
        </pc:sldMkLst>
        <pc:spChg chg="mod">
          <ac:chgData name="Mohammad Javaheri" userId="S::mohammad.javaheri@roehampton.ac.uk::72c5dde4-b71e-4bed-a6d4-7809695308b0" providerId="AD" clId="Web-{BB3567F1-54C9-48EF-F025-50DC8A13A8E4}" dt="2024-07-04T12:14:37.414" v="47" actId="20577"/>
          <ac:spMkLst>
            <pc:docMk/>
            <pc:sldMk cId="3219584906" sldId="306"/>
            <ac:spMk id="2" creationId="{0D912D1E-3046-D830-B039-050450805597}"/>
          </ac:spMkLst>
        </pc:spChg>
      </pc:sldChg>
      <pc:sldMasterChg chg="addSldLayout delSldLayout">
        <pc:chgData name="Mohammad Javaheri" userId="S::mohammad.javaheri@roehampton.ac.uk::72c5dde4-b71e-4bed-a6d4-7809695308b0" providerId="AD" clId="Web-{BB3567F1-54C9-48EF-F025-50DC8A13A8E4}" dt="2024-07-04T12:12:43.298" v="23"/>
        <pc:sldMasterMkLst>
          <pc:docMk/>
          <pc:sldMasterMk cId="2575588812" sldId="2147483648"/>
        </pc:sldMasterMkLst>
        <pc:sldLayoutChg chg="add">
          <pc:chgData name="Mohammad Javaheri" userId="S::mohammad.javaheri@roehampton.ac.uk::72c5dde4-b71e-4bed-a6d4-7809695308b0" providerId="AD" clId="Web-{BB3567F1-54C9-48EF-F025-50DC8A13A8E4}" dt="2024-07-04T11:54:18.434" v="0"/>
          <pc:sldLayoutMkLst>
            <pc:docMk/>
            <pc:sldMasterMk cId="2575588812" sldId="2147483648"/>
            <pc:sldLayoutMk cId="1985140453" sldId="2147483660"/>
          </pc:sldLayoutMkLst>
        </pc:sldLayoutChg>
        <pc:sldLayoutChg chg="add">
          <pc:chgData name="Mohammad Javaheri" userId="S::mohammad.javaheri@roehampton.ac.uk::72c5dde4-b71e-4bed-a6d4-7809695308b0" providerId="AD" clId="Web-{BB3567F1-54C9-48EF-F025-50DC8A13A8E4}" dt="2024-07-04T12:12:43.298" v="23"/>
          <pc:sldLayoutMkLst>
            <pc:docMk/>
            <pc:sldMasterMk cId="2575588812" sldId="2147483648"/>
            <pc:sldLayoutMk cId="2093151094" sldId="2147483661"/>
          </pc:sldLayoutMkLst>
        </pc:sldLayoutChg>
        <pc:sldLayoutChg chg="add del">
          <pc:chgData name="Mohammad Javaheri" userId="S::mohammad.javaheri@roehampton.ac.uk::72c5dde4-b71e-4bed-a6d4-7809695308b0" providerId="AD" clId="Web-{BB3567F1-54C9-48EF-F025-50DC8A13A8E4}" dt="2024-07-04T12:12:39.891" v="20"/>
          <pc:sldLayoutMkLst>
            <pc:docMk/>
            <pc:sldMasterMk cId="2575588812" sldId="2147483648"/>
            <pc:sldLayoutMk cId="4244691904" sldId="214748366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6146E-025B-7B6A-DD6E-14DD042D1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29D579-2CE0-D7F5-DD9A-4566A61A24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1848B-773D-8D54-2B68-9FB625351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07/10/2024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6E86B-B30F-E8B6-CBBF-0AA3C9DAD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8DB1B-393D-60ED-A15E-16945887F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975303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21D8-26C6-8B2E-115A-51E08C1E7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F334F-FE54-151D-8597-0467C40DF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A9ECA-08F1-8A31-74A1-FB1E430C6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07/10/2024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B5726-E711-1E74-F908-5D162A375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39161-18A9-7D99-4AA5-1128CB3F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898332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3DE43-7D37-7653-C06C-B9D03E1FA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5DC3B-1351-DF08-A8AD-9E6AB5E00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8DA74-EA74-55DA-B4D2-59DC97977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07/10/2024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B7FD0-7FE3-F9A2-A9E4-10E0430C3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691C0-755D-C26B-C3AF-FFAC2279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738178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EDF1B-ADB6-92B0-EF70-062EB5EB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24E5E-1580-1937-361A-221D550C2B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DB68E-FA91-8367-6D31-EA7CFA28F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A4637-E2F9-461A-FA9B-AD9CB3573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07/10/2024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09860-27E2-9809-EF8C-4AE193AEC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BDDD3-1D7C-C58F-499B-E0E581C0C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3301676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4ED02-82BE-2C58-0458-741FBBF90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57A7A-4BA1-4042-BACC-77085BEB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CEF58-8BD3-D6FF-17F3-AAE53A868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97340-9005-57A1-807C-2D0A22B149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13E69-E6D7-7A4A-0C61-B9EFD313D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CAF452-14D5-268B-6BAF-45CEB52DD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07/10/2024</a:t>
            </a:fld>
            <a:endParaRPr lang="en-M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E0D52-BE96-604D-4457-BDF3DE0C4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F283A5-9EE4-2BC1-9878-A58B113B9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555607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E8EA0-EB41-5852-F2CB-450D55945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FA2628-E1A6-3B41-7002-4D841C63A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07/10/2024</a:t>
            </a:fld>
            <a:endParaRPr lang="en-M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96072-6399-AE6D-1858-B423A921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C3BC3-F868-3845-0742-5D30E95EC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21177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1AE74-01F2-AD67-9421-1758589CA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07/10/2024</a:t>
            </a:fld>
            <a:endParaRPr lang="en-M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9A62D4-1958-456C-B424-1862633C2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D2DC6-7315-40F6-B6A4-3DD1F7B84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356363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3C262-380F-F317-8211-3776EE5E4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DB357-CB8F-56E3-BE11-57E90591B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64655B-759E-6A23-C49F-688B5DC57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699B3-539B-0C94-15D4-7FF957468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07/10/2024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0CA7F-040E-0074-A6EB-B95435912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1E667-F726-F73A-3636-855220B2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3079313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16A11-30A9-D30E-F2FD-9BF3C76D2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9E376C-4EB1-EA6D-4C47-AC7BE924E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36556-32AB-9242-F43E-A2A754658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2AD94-779F-7437-9FF3-6AC2A60C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07/10/2024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315A0-33FE-F521-45E0-1937BB49A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9C8E9-7274-3A8C-2BC7-1A1FAB602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75398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4919-C418-464A-6DC8-91712F97F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FF419-0B82-778B-CCD7-8BBA6AD89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94307-56CD-1AE6-64BF-35F93EDA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07/10/2024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D42F2-DF6C-515E-7D7F-989BDACF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18A75-0176-3FB5-5E74-0A899A5B9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423835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1C3C9E-4554-8455-B064-B3E496A466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DBDA4C-25B9-0BC2-5D31-EA5475AF0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86CCD-F50C-EE5B-3FCD-70381E2CB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07/10/2024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A2745-674B-1055-2586-CC10BB67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2EB46-0231-BE56-E9E0-4408EA7A4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2054686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rgbClr val="0635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5AB594-3664-8E9E-06CB-D3D33937B75C}"/>
              </a:ext>
            </a:extLst>
          </p:cNvPr>
          <p:cNvCxnSpPr/>
          <p:nvPr userDrawn="1"/>
        </p:nvCxnSpPr>
        <p:spPr>
          <a:xfrm>
            <a:off x="336000" y="547474"/>
            <a:ext cx="11520000" cy="0"/>
          </a:xfrm>
          <a:prstGeom prst="line">
            <a:avLst/>
          </a:prstGeom>
          <a:ln w="19050" cap="rnd">
            <a:solidFill>
              <a:srgbClr val="F1B6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27E3AE6-1AA2-47C1-4627-E4CAD3494BF7}"/>
              </a:ext>
            </a:extLst>
          </p:cNvPr>
          <p:cNvCxnSpPr/>
          <p:nvPr userDrawn="1"/>
        </p:nvCxnSpPr>
        <p:spPr>
          <a:xfrm>
            <a:off x="336000" y="6315483"/>
            <a:ext cx="11520000" cy="0"/>
          </a:xfrm>
          <a:prstGeom prst="line">
            <a:avLst/>
          </a:prstGeom>
          <a:ln w="19050" cap="rnd">
            <a:solidFill>
              <a:srgbClr val="F1B6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140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bg>
      <p:bgPr>
        <a:solidFill>
          <a:srgbClr val="F8F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00" y="34769"/>
            <a:ext cx="11520000" cy="539672"/>
          </a:xfrm>
          <a:prstGeom prst="rect">
            <a:avLst/>
          </a:prstGeom>
        </p:spPr>
        <p:txBody>
          <a:bodyPr tIns="0" bIns="0"/>
          <a:lstStyle>
            <a:lvl1pPr algn="ctr">
              <a:lnSpc>
                <a:spcPct val="100000"/>
              </a:lnSpc>
              <a:defRPr sz="36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42000" y="673830"/>
            <a:ext cx="11520000" cy="0"/>
          </a:xfrm>
          <a:prstGeom prst="line">
            <a:avLst/>
          </a:prstGeom>
          <a:ln w="19050" cap="rnd">
            <a:solidFill>
              <a:srgbClr val="063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98000" y="767566"/>
            <a:ext cx="11665475" cy="5494085"/>
          </a:xfrm>
          <a:prstGeom prst="rect">
            <a:avLst/>
          </a:prstGeom>
        </p:spPr>
        <p:txBody>
          <a:bodyPr tIns="0" bIns="0"/>
          <a:lstStyle>
            <a:lvl1pPr marL="228600" indent="-228600">
              <a:buClr>
                <a:srgbClr val="B40000"/>
              </a:buClr>
              <a:buSzPct val="75000"/>
              <a:buFontTx/>
              <a:buChar char="►"/>
              <a:defRPr sz="3200">
                <a:solidFill>
                  <a:schemeClr val="tx1"/>
                </a:solidFill>
                <a:latin typeface="+mn-lt"/>
              </a:defRPr>
            </a:lvl1pPr>
            <a:lvl2pPr marL="685800" indent="-228600">
              <a:buClr>
                <a:srgbClr val="B40000"/>
              </a:buClr>
              <a:buSzPct val="75000"/>
              <a:buFontTx/>
              <a:buChar char="►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>
              <a:buClr>
                <a:srgbClr val="B40000"/>
              </a:buClr>
              <a:buSzPct val="75000"/>
              <a:buFontTx/>
              <a:buChar char="►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Clr>
                <a:srgbClr val="B40000"/>
              </a:buClr>
              <a:buSzPct val="75000"/>
              <a:buFontTx/>
              <a:buChar char="►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>
              <a:buClr>
                <a:srgbClr val="B40000"/>
              </a:buClr>
              <a:buSzPct val="75000"/>
              <a:buFontTx/>
              <a:buChar char="►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7C148890-B4AF-876D-F64B-062232F6784C}"/>
              </a:ext>
            </a:extLst>
          </p:cNvPr>
          <p:cNvSpPr txBox="1">
            <a:spLocks/>
          </p:cNvSpPr>
          <p:nvPr userDrawn="1"/>
        </p:nvSpPr>
        <p:spPr>
          <a:xfrm>
            <a:off x="-60665" y="6508278"/>
            <a:ext cx="711200" cy="365125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Optim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8DC1522-342F-47E4-9CF7-D7732B4FB87D}" type="slidenum">
              <a:rPr lang="en-GB" sz="1200" b="0" smtClean="0">
                <a:solidFill>
                  <a:srgbClr val="F8F6CA"/>
                </a:solidFill>
                <a:latin typeface="+mn-lt"/>
              </a:rPr>
              <a:pPr algn="ctr"/>
              <a:t>‹#›</a:t>
            </a:fld>
            <a:endParaRPr lang="en-GB" sz="1400" b="0">
              <a:solidFill>
                <a:srgbClr val="F8F6CA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93151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0956A3-0AA8-F8F8-359E-2571674A6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15038-AE16-1B22-EE5F-4712C228C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6DD1B-8889-988E-B190-9D2B5040BC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1EBA5-5D6B-1245-9328-7D2D181FC864}" type="datetimeFigureOut">
              <a:rPr lang="en-MA" smtClean="0"/>
              <a:t>07/10/2024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8C46-785A-02C3-0D98-6A3BF2C13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DE843-7CF0-9F56-D589-15438D02BB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575588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5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9B5EE0A-878A-594B-5E78-A954372A4F11}"/>
              </a:ext>
            </a:extLst>
          </p:cNvPr>
          <p:cNvSpPr txBox="1">
            <a:spLocks/>
          </p:cNvSpPr>
          <p:nvPr/>
        </p:nvSpPr>
        <p:spPr>
          <a:xfrm>
            <a:off x="1066800" y="2722898"/>
            <a:ext cx="10058400" cy="1406520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GB" b="1">
                <a:solidFill>
                  <a:srgbClr val="00B0F0"/>
                </a:solidFill>
              </a:rPr>
              <a:t>Project Title</a:t>
            </a:r>
          </a:p>
          <a:p>
            <a:pPr algn="ctr">
              <a:lnSpc>
                <a:spcPct val="100000"/>
              </a:lnSpc>
            </a:pPr>
            <a:endParaRPr lang="en-GB" sz="3800">
              <a:solidFill>
                <a:srgbClr val="00B0F0"/>
              </a:solidFill>
              <a:latin typeface="+mn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92D4E25-4A15-F302-45AF-52408EC6981E}"/>
              </a:ext>
            </a:extLst>
          </p:cNvPr>
          <p:cNvSpPr txBox="1">
            <a:spLocks/>
          </p:cNvSpPr>
          <p:nvPr/>
        </p:nvSpPr>
        <p:spPr>
          <a:xfrm>
            <a:off x="2289555" y="4149453"/>
            <a:ext cx="7646925" cy="1406519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GB" sz="3200">
                <a:solidFill>
                  <a:srgbClr val="F8F6CA"/>
                </a:solidFill>
                <a:latin typeface="+mn-lt"/>
              </a:rPr>
              <a:t>Student Name:  </a:t>
            </a:r>
          </a:p>
          <a:p>
            <a:pPr>
              <a:lnSpc>
                <a:spcPct val="100000"/>
              </a:lnSpc>
            </a:pPr>
            <a:r>
              <a:rPr lang="en-GB" sz="3200">
                <a:solidFill>
                  <a:srgbClr val="F8F6CA"/>
                </a:solidFill>
                <a:latin typeface="+mn-lt"/>
              </a:rPr>
              <a:t>Supervisor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B3F4AD-9839-C0C0-D927-EEEF3AD674CB}"/>
              </a:ext>
            </a:extLst>
          </p:cNvPr>
          <p:cNvSpPr txBox="1">
            <a:spLocks/>
          </p:cNvSpPr>
          <p:nvPr/>
        </p:nvSpPr>
        <p:spPr>
          <a:xfrm>
            <a:off x="1076546" y="757928"/>
            <a:ext cx="10058400" cy="1710564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GB" sz="4800" b="1">
                <a:solidFill>
                  <a:srgbClr val="00C487"/>
                </a:solidFill>
              </a:rPr>
              <a:t>MSc Project </a:t>
            </a:r>
          </a:p>
          <a:p>
            <a:pPr algn="ctr">
              <a:lnSpc>
                <a:spcPct val="100000"/>
              </a:lnSpc>
            </a:pPr>
            <a:r>
              <a:rPr lang="en-GB" sz="2200">
                <a:solidFill>
                  <a:srgbClr val="00C487"/>
                </a:solidFill>
                <a:latin typeface="+mn-lt"/>
              </a:rPr>
              <a:t>(CMP060L050S)</a:t>
            </a:r>
            <a:endParaRPr lang="en-GB" sz="3200" b="1">
              <a:solidFill>
                <a:srgbClr val="00C487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GB" sz="2400">
                <a:solidFill>
                  <a:srgbClr val="F8F6CA"/>
                </a:solidFill>
                <a:latin typeface="+mn-lt"/>
              </a:rPr>
              <a:t>Mid-Point Review Presentation </a:t>
            </a:r>
          </a:p>
        </p:txBody>
      </p:sp>
    </p:spTree>
    <p:extLst>
      <p:ext uri="{BB962C8B-B14F-4D97-AF65-F5344CB8AC3E}">
        <p14:creationId xmlns:p14="http://schemas.microsoft.com/office/powerpoint/2010/main" val="3999230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0D0A2-FA1E-9275-40BD-1A574184F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000" y="-135214"/>
            <a:ext cx="11520000" cy="1418901"/>
          </a:xfrm>
        </p:spPr>
        <p:txBody>
          <a:bodyPr>
            <a:normAutofit/>
          </a:bodyPr>
          <a:lstStyle/>
          <a:p>
            <a:r>
              <a:rPr lang="en-GB" sz="4000">
                <a:latin typeface="+mn-lt"/>
              </a:rPr>
              <a:t>Guidelines</a:t>
            </a:r>
            <a:r>
              <a:rPr lang="en-GB" sz="3200"/>
              <a:t>  </a:t>
            </a:r>
            <a:br>
              <a:rPr lang="en-GB" sz="3200">
                <a:ea typeface="Calibri"/>
                <a:cs typeface="Calibri"/>
              </a:rPr>
            </a:br>
            <a:r>
              <a:rPr lang="en-GB" sz="2400" i="1">
                <a:solidFill>
                  <a:schemeClr val="bg1">
                    <a:lumMod val="65000"/>
                  </a:schemeClr>
                </a:solidFill>
              </a:rPr>
              <a:t>This slide should not be part of your presentation</a:t>
            </a:r>
            <a:endParaRPr lang="en-GB" sz="2400" i="1">
              <a:solidFill>
                <a:schemeClr val="bg1">
                  <a:lumMod val="65000"/>
                </a:schemeClr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8BE41-72B7-2052-9EB9-9C51602780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4200" y="1312689"/>
            <a:ext cx="11665475" cy="4239716"/>
          </a:xfrm>
        </p:spPr>
        <p:txBody>
          <a:bodyPr vert="horz" lIns="91440" tIns="0" rIns="91440" bIns="0" rtlCol="0" anchor="t">
            <a:normAutofit/>
          </a:bodyPr>
          <a:lstStyle/>
          <a:p>
            <a:r>
              <a:rPr lang="en-US"/>
              <a:t>concentrate on concepts and ideas, not on phrasing​</a:t>
            </a:r>
          </a:p>
          <a:p>
            <a:r>
              <a:rPr lang="en-US"/>
              <a:t>use bullet points as much as possible​</a:t>
            </a:r>
          </a:p>
          <a:p>
            <a:r>
              <a:rPr lang="en-US"/>
              <a:t>don’t load the slides: the simpler, the better​</a:t>
            </a:r>
          </a:p>
          <a:p>
            <a:r>
              <a:rPr lang="en-US"/>
              <a:t>use whenever it applies charts, pictures, diagrams, … instead of sentences​</a:t>
            </a:r>
          </a:p>
          <a:p>
            <a:r>
              <a:rPr lang="en-US"/>
              <a:t>use at most 3 </a:t>
            </a:r>
            <a:r>
              <a:rPr lang="en-GB"/>
              <a:t>colours </a:t>
            </a:r>
            <a:r>
              <a:rPr lang="en-US"/>
              <a:t>​</a:t>
            </a:r>
          </a:p>
          <a:p>
            <a:r>
              <a:rPr lang="en-US"/>
              <a:t>use no more than 10 slides​</a:t>
            </a:r>
            <a:endParaRPr lang="en-GB"/>
          </a:p>
          <a:p>
            <a:endParaRPr lang="en-GB"/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9384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AE0466-EB13-62C0-652D-3F4C6D7AA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latin typeface="+mn-lt"/>
              </a:rPr>
              <a:t>Outline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A24666-F6F9-55BE-8D5D-805779DFC5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context​</a:t>
            </a:r>
          </a:p>
          <a:p>
            <a:r>
              <a:rPr lang="en-US"/>
              <a:t>problematic statement​</a:t>
            </a:r>
          </a:p>
          <a:p>
            <a:r>
              <a:rPr lang="en-US"/>
              <a:t>objectives ​</a:t>
            </a:r>
          </a:p>
          <a:p>
            <a:r>
              <a:rPr lang="en-US"/>
              <a:t>methodology​</a:t>
            </a:r>
          </a:p>
          <a:p>
            <a:r>
              <a:rPr lang="en-US"/>
              <a:t>project management​</a:t>
            </a:r>
          </a:p>
          <a:p>
            <a:r>
              <a:rPr lang="en-US"/>
              <a:t>literature review​</a:t>
            </a:r>
          </a:p>
          <a:p>
            <a:r>
              <a:rPr lang="en-US"/>
              <a:t>next steps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900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022A-DE3A-DDB6-DA5E-1C431E00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latin typeface="+mn-lt"/>
              </a:rPr>
              <a:t>Context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C37E4-1F85-E1DF-6618-448C08528F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An initial slide introducing the project context and idea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04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6E8E-A0A7-36BB-F744-A2727B317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Problem Statement - WHY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71AC4-D5A7-520C-D43D-40151EE7E5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0" rIns="91440" bIns="0" rtlCol="0" anchor="t">
            <a:normAutofit/>
          </a:bodyPr>
          <a:lstStyle/>
          <a:p>
            <a:r>
              <a:rPr lang="en-US"/>
              <a:t>Your problem statement should include the following considerations:​</a:t>
            </a:r>
          </a:p>
          <a:p>
            <a:pPr lvl="1"/>
            <a:r>
              <a:rPr lang="en-US"/>
              <a:t>What is the problem you are addressing?​</a:t>
            </a:r>
          </a:p>
          <a:p>
            <a:pPr lvl="1"/>
            <a:r>
              <a:rPr lang="en-US"/>
              <a:t>Who is affected/</a:t>
            </a:r>
            <a:r>
              <a:rPr lang="en-US" err="1"/>
              <a:t>befenited</a:t>
            </a:r>
            <a:r>
              <a:rPr lang="en-US"/>
              <a:t> by the problem?​</a:t>
            </a:r>
          </a:p>
          <a:p>
            <a:pPr lvl="1"/>
            <a:r>
              <a:rPr lang="en-US"/>
              <a:t>Where and/or when does the problem occur?​</a:t>
            </a:r>
          </a:p>
          <a:p>
            <a:pPr lvl="1"/>
            <a:r>
              <a:rPr lang="en-US"/>
              <a:t> Why is it important to solve the problem?​</a:t>
            </a:r>
          </a:p>
          <a:p>
            <a:r>
              <a:rPr lang="en-US"/>
              <a:t>Expressed using specific wordings: lack, however, but, high cost, time-consuming, …​</a:t>
            </a:r>
          </a:p>
          <a:p>
            <a:r>
              <a:rPr lang="en-US"/>
              <a:t>Possible use of the red </a:t>
            </a:r>
            <a:r>
              <a:rPr lang="en-GB"/>
              <a:t>colour</a:t>
            </a:r>
            <a:r>
              <a:rPr lang="en-US"/>
              <a:t> to visually express a problem</a:t>
            </a:r>
          </a:p>
          <a:p>
            <a:pPr lvl="1"/>
            <a:r>
              <a:rPr lang="en-GB">
                <a:ea typeface="Calibri" panose="020F0502020204030204"/>
                <a:cs typeface="Calibri" panose="020F0502020204030204"/>
              </a:rPr>
              <a:t>Example 1: </a:t>
            </a:r>
            <a:r>
              <a:rPr lang="en-GB">
                <a:solidFill>
                  <a:srgbClr val="FF0000"/>
                </a:solidFill>
                <a:ea typeface="Calibri" panose="020F0502020204030204"/>
                <a:cs typeface="Calibri" panose="020F0502020204030204"/>
              </a:rPr>
              <a:t>Lack </a:t>
            </a:r>
            <a:r>
              <a:rPr lang="en-GB">
                <a:ea typeface="Calibri" panose="020F0502020204030204"/>
                <a:cs typeface="Calibri" panose="020F0502020204030204"/>
              </a:rPr>
              <a:t>of datasets concerning the hate speech use case</a:t>
            </a:r>
          </a:p>
          <a:p>
            <a:pPr lvl="1"/>
            <a:r>
              <a:rPr lang="en-GB">
                <a:ea typeface="Calibri" panose="020F0502020204030204"/>
                <a:cs typeface="Calibri" panose="020F0502020204030204"/>
              </a:rPr>
              <a:t>Example 2: Manual checking of video datasets is </a:t>
            </a:r>
            <a:r>
              <a:rPr lang="en-GB">
                <a:solidFill>
                  <a:srgbClr val="FF0000"/>
                </a:solidFill>
                <a:ea typeface="Calibri" panose="020F0502020204030204"/>
                <a:cs typeface="Calibri" panose="020F0502020204030204"/>
              </a:rPr>
              <a:t>time-consuming</a:t>
            </a:r>
          </a:p>
        </p:txBody>
      </p:sp>
    </p:spTree>
    <p:extLst>
      <p:ext uri="{BB962C8B-B14F-4D97-AF65-F5344CB8AC3E}">
        <p14:creationId xmlns:p14="http://schemas.microsoft.com/office/powerpoint/2010/main" val="1817344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022A-DE3A-DDB6-DA5E-1C431E00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>
                <a:latin typeface="Arial"/>
                <a:cs typeface="Arial"/>
              </a:rPr>
              <a:t>Objective - WHAT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9A7BC-4FAF-68F0-47CA-4CAD17B43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1249" y="1536192"/>
            <a:ext cx="11532226" cy="4566433"/>
          </a:xfrm>
        </p:spPr>
        <p:txBody>
          <a:bodyPr vert="horz" lIns="91440" tIns="0" rIns="91440" bIns="0" rtlCol="0" anchor="t"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Font typeface="Wingdings"/>
              <a:buChar char="►"/>
            </a:pPr>
            <a:r>
              <a:rPr lang="en-US">
                <a:latin typeface="Helvetica"/>
                <a:ea typeface="+mn-lt"/>
                <a:cs typeface="Helvetica"/>
              </a:rPr>
              <a:t>What you are intending to achieve by completing your project: </a:t>
            </a:r>
            <a:endParaRPr lang="en-US">
              <a:latin typeface="Calibri" panose="020F0502020204030204"/>
              <a:ea typeface="+mn-lt"/>
              <a:cs typeface="Calibri" panose="020F0502020204030204"/>
            </a:endParaRPr>
          </a:p>
          <a:p>
            <a:pPr lvl="1" algn="just">
              <a:buFont typeface="Wingdings"/>
              <a:buChar char="Ø"/>
            </a:pPr>
            <a:r>
              <a:rPr lang="en-US" sz="2700">
                <a:ea typeface="+mn-lt"/>
                <a:cs typeface="+mn-lt"/>
              </a:rPr>
              <a:t>What you will create</a:t>
            </a:r>
          </a:p>
          <a:p>
            <a:pPr lvl="1" algn="just">
              <a:buFont typeface="Wingdings"/>
              <a:buChar char="Ø"/>
            </a:pPr>
            <a:r>
              <a:rPr lang="en-US" sz="2700">
                <a:ea typeface="+mn-lt"/>
                <a:cs typeface="+mn-lt"/>
              </a:rPr>
              <a:t>what you will do with your results, its impact, benefit or contribution</a:t>
            </a:r>
          </a:p>
          <a:p>
            <a:pPr algn="just">
              <a:buFont typeface="Wingdings"/>
              <a:buChar char="►"/>
            </a:pPr>
            <a:endParaRPr lang="en-US">
              <a:latin typeface="Helvetica"/>
              <a:ea typeface="+mn-lt"/>
              <a:cs typeface="Helvetica"/>
            </a:endParaRPr>
          </a:p>
          <a:p>
            <a:pPr algn="just">
              <a:buFont typeface="Wingdings"/>
              <a:buChar char="►"/>
            </a:pPr>
            <a:r>
              <a:rPr lang="en-US">
                <a:latin typeface="Helvetica"/>
                <a:ea typeface="+mn-lt"/>
                <a:cs typeface="Helvetica"/>
              </a:rPr>
              <a:t>It can be:</a:t>
            </a:r>
            <a:endParaRPr lang="en-US"/>
          </a:p>
          <a:p>
            <a:pPr lvl="1" algn="just">
              <a:buFont typeface="Wingdings"/>
              <a:buChar char="Ø"/>
            </a:pPr>
            <a:r>
              <a:rPr lang="en-US">
                <a:latin typeface="Helvetica"/>
                <a:ea typeface="+mn-lt"/>
                <a:cs typeface="Helvetica"/>
              </a:rPr>
              <a:t>one main objective. OR</a:t>
            </a:r>
            <a:endParaRPr lang="en-US"/>
          </a:p>
          <a:p>
            <a:pPr lvl="1" algn="just">
              <a:buFont typeface="Wingdings"/>
              <a:buChar char="Ø"/>
            </a:pPr>
            <a:r>
              <a:rPr lang="en-US">
                <a:latin typeface="Helvetica"/>
                <a:ea typeface="+mn-lt"/>
                <a:cs typeface="Helvetica"/>
              </a:rPr>
              <a:t>one main and multiple sub-objectives</a:t>
            </a:r>
          </a:p>
          <a:p>
            <a:pPr lvl="1" algn="just">
              <a:buFont typeface="Wingdings"/>
              <a:buChar char="Ø"/>
            </a:pPr>
            <a:endParaRPr lang="en-US" sz="27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92530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2D1E-3046-D830-B039-05045080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A"/>
              <a:t>Methodology - 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02FF-00EB-DC2D-26EC-24DDBEAD09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>
                <a:latin typeface="Helvetica" pitchFamily="2" charset="0"/>
              </a:rPr>
              <a:t>Briefly describe HOW you are going to reach your above objectives, including any tools, design methods, data gathering methods, algorithms etc that you are going to use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>
                <a:latin typeface="Helvetica" pitchFamily="2" charset="0"/>
              </a:rPr>
              <a:t>Tell us why you have chosen these methods in favour of others</a:t>
            </a:r>
          </a:p>
        </p:txBody>
      </p:sp>
    </p:spTree>
    <p:extLst>
      <p:ext uri="{BB962C8B-B14F-4D97-AF65-F5344CB8AC3E}">
        <p14:creationId xmlns:p14="http://schemas.microsoft.com/office/powerpoint/2010/main" val="311493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2D1E-3046-D830-B039-05045080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</a:t>
            </a:r>
            <a:r>
              <a:rPr lang="en-MA"/>
              <a:t>roject </a:t>
            </a:r>
            <a:r>
              <a:rPr lang="en-GB"/>
              <a:t>M</a:t>
            </a:r>
            <a:r>
              <a:rPr lang="en-MA"/>
              <a:t>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02FF-00EB-DC2D-26EC-24DDBEAD09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0" rIns="91440" bIns="0" rtlCol="0" anchor="t"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>
                <a:latin typeface="Helvetica"/>
                <a:cs typeface="Helvetica"/>
              </a:rPr>
              <a:t>provide main project management content: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GB">
                <a:latin typeface="Helvetica" pitchFamily="2" charset="0"/>
              </a:rPr>
              <a:t>Gantt chart with sprints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GB">
                <a:latin typeface="Helvetica" pitchFamily="2" charset="0"/>
              </a:rPr>
              <a:t>Kanban board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GB">
                <a:latin typeface="Helvetica" pitchFamily="2" charset="0"/>
              </a:rPr>
              <a:t>Trello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endParaRPr lang="en-GB">
              <a:latin typeface="Helvetica" pitchFamily="2" charset="0"/>
            </a:endParaRP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endParaRPr lang="en-MA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258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2D1E-3046-D830-B039-05045080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</a:t>
            </a:r>
            <a:r>
              <a:rPr lang="en-MA"/>
              <a:t>iterature </a:t>
            </a:r>
            <a:r>
              <a:rPr lang="en-GB"/>
              <a:t>R</a:t>
            </a:r>
            <a:r>
              <a:rPr lang="en-MA"/>
              <a:t>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02FF-00EB-DC2D-26EC-24DDBEAD09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>
                <a:latin typeface="Helvetica" pitchFamily="2" charset="0"/>
              </a:rPr>
              <a:t>Summarise the findings of the literature review and relate it with the problem statement and your own objectives</a:t>
            </a:r>
          </a:p>
        </p:txBody>
      </p:sp>
    </p:spTree>
    <p:extLst>
      <p:ext uri="{BB962C8B-B14F-4D97-AF65-F5344CB8AC3E}">
        <p14:creationId xmlns:p14="http://schemas.microsoft.com/office/powerpoint/2010/main" val="3944228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2D1E-3046-D830-B039-05045080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A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02FF-00EB-DC2D-26EC-24DDBEAD09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0" rIns="91440" bIns="0" rtlCol="0" anchor="t"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>
                <a:latin typeface="Helvetica"/>
                <a:cs typeface="Helvetica"/>
              </a:rPr>
              <a:t>Summarise the timeline of your project showing: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GB">
                <a:latin typeface="Helvetica"/>
                <a:cs typeface="Helvetica"/>
              </a:rPr>
              <a:t>how much you realised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GB">
                <a:latin typeface="Helvetica" pitchFamily="2" charset="0"/>
              </a:rPr>
              <a:t>how much is left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GB">
                <a:latin typeface="Helvetica" pitchFamily="2" charset="0"/>
              </a:rPr>
              <a:t>to what extent are you mastering its progress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GB">
                <a:latin typeface="Helvetica" pitchFamily="2" charset="0"/>
              </a:rPr>
              <a:t>are you facing any specific issues hindering the regular progress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GB">
                <a:latin typeface="Helvetica" pitchFamily="2" charset="0"/>
              </a:rPr>
              <a:t>any other concern you want to raise</a:t>
            </a:r>
          </a:p>
        </p:txBody>
      </p:sp>
    </p:spTree>
    <p:extLst>
      <p:ext uri="{BB962C8B-B14F-4D97-AF65-F5344CB8AC3E}">
        <p14:creationId xmlns:p14="http://schemas.microsoft.com/office/powerpoint/2010/main" val="3219584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Guidelines   This slide should not be part of your presentation</vt:lpstr>
      <vt:lpstr>Outline</vt:lpstr>
      <vt:lpstr>Context</vt:lpstr>
      <vt:lpstr>Problem Statement - WHY</vt:lpstr>
      <vt:lpstr>Objective - WHAT</vt:lpstr>
      <vt:lpstr>Methodology - HOW</vt:lpstr>
      <vt:lpstr>Project Management</vt:lpstr>
      <vt:lpstr>Literature Review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karimbouzoubaa@yahoo.com</dc:creator>
  <cp:revision>1</cp:revision>
  <dcterms:created xsi:type="dcterms:W3CDTF">2024-06-20T10:19:17Z</dcterms:created>
  <dcterms:modified xsi:type="dcterms:W3CDTF">2024-07-10T12:01:21Z</dcterms:modified>
</cp:coreProperties>
</file>